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omments/comment1.xml" ContentType="application/vnd.openxmlformats-officedocument.presentationml.comment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5" r:id="rId7"/>
    <p:sldId id="262" r:id="rId8"/>
    <p:sldId id="264" r:id="rId9"/>
    <p:sldId id="263" r:id="rId10"/>
    <p:sldId id="25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ethelhem Kassa" initials="BK" lastIdx="1" clrIdx="0">
    <p:extLst>
      <p:ext uri="{19B8F6BF-5375-455C-9EA6-DF929625EA0E}">
        <p15:presenceInfo xmlns:p15="http://schemas.microsoft.com/office/powerpoint/2012/main" userId="37177cd62a0d04a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7" autoAdjust="0"/>
    <p:restoredTop sz="94660"/>
  </p:normalViewPr>
  <p:slideViewPr>
    <p:cSldViewPr snapToGrid="0">
      <p:cViewPr varScale="1">
        <p:scale>
          <a:sx n="85" d="100"/>
          <a:sy n="85" d="100"/>
        </p:scale>
        <p:origin x="36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thelhem Kassa" userId="37177cd62a0d04a0" providerId="LiveId" clId="{C0B28AB1-130D-4C5F-BA1E-FD8E7283429D}"/>
    <pc:docChg chg="undo redo custSel addSld modSld sldOrd">
      <pc:chgData name="Bethelhem Kassa" userId="37177cd62a0d04a0" providerId="LiveId" clId="{C0B28AB1-130D-4C5F-BA1E-FD8E7283429D}" dt="2022-04-20T15:43:45.307" v="2636" actId="14100"/>
      <pc:docMkLst>
        <pc:docMk/>
      </pc:docMkLst>
      <pc:sldChg chg="modSp new mod">
        <pc:chgData name="Bethelhem Kassa" userId="37177cd62a0d04a0" providerId="LiveId" clId="{C0B28AB1-130D-4C5F-BA1E-FD8E7283429D}" dt="2022-04-20T04:25:08.656" v="2452" actId="20577"/>
        <pc:sldMkLst>
          <pc:docMk/>
          <pc:sldMk cId="3530923920" sldId="257"/>
        </pc:sldMkLst>
        <pc:spChg chg="mod">
          <ac:chgData name="Bethelhem Kassa" userId="37177cd62a0d04a0" providerId="LiveId" clId="{C0B28AB1-130D-4C5F-BA1E-FD8E7283429D}" dt="2022-04-19T21:25:40.177" v="12" actId="20577"/>
          <ac:spMkLst>
            <pc:docMk/>
            <pc:sldMk cId="3530923920" sldId="257"/>
            <ac:spMk id="2" creationId="{D2E631E3-401B-4F71-9A7D-63EDEF52FF26}"/>
          </ac:spMkLst>
        </pc:spChg>
        <pc:spChg chg="mod">
          <ac:chgData name="Bethelhem Kassa" userId="37177cd62a0d04a0" providerId="LiveId" clId="{C0B28AB1-130D-4C5F-BA1E-FD8E7283429D}" dt="2022-04-20T04:25:08.656" v="2452" actId="20577"/>
          <ac:spMkLst>
            <pc:docMk/>
            <pc:sldMk cId="3530923920" sldId="257"/>
            <ac:spMk id="3" creationId="{C7135889-1D3C-4F6C-AA0F-FD150F0DF049}"/>
          </ac:spMkLst>
        </pc:spChg>
      </pc:sldChg>
      <pc:sldChg chg="modSp new mod">
        <pc:chgData name="Bethelhem Kassa" userId="37177cd62a0d04a0" providerId="LiveId" clId="{C0B28AB1-130D-4C5F-BA1E-FD8E7283429D}" dt="2022-04-19T22:06:45.131" v="889" actId="255"/>
        <pc:sldMkLst>
          <pc:docMk/>
          <pc:sldMk cId="1439146150" sldId="258"/>
        </pc:sldMkLst>
        <pc:spChg chg="mod">
          <ac:chgData name="Bethelhem Kassa" userId="37177cd62a0d04a0" providerId="LiveId" clId="{C0B28AB1-130D-4C5F-BA1E-FD8E7283429D}" dt="2022-04-19T21:32:44.255" v="512" actId="20577"/>
          <ac:spMkLst>
            <pc:docMk/>
            <pc:sldMk cId="1439146150" sldId="258"/>
            <ac:spMk id="2" creationId="{B732E644-9435-4755-B108-8116F82ECA8A}"/>
          </ac:spMkLst>
        </pc:spChg>
        <pc:spChg chg="mod">
          <ac:chgData name="Bethelhem Kassa" userId="37177cd62a0d04a0" providerId="LiveId" clId="{C0B28AB1-130D-4C5F-BA1E-FD8E7283429D}" dt="2022-04-19T22:06:45.131" v="889" actId="255"/>
          <ac:spMkLst>
            <pc:docMk/>
            <pc:sldMk cId="1439146150" sldId="258"/>
            <ac:spMk id="3" creationId="{DE1AB6D6-DAAB-4C4F-ABB6-E6685FA2687F}"/>
          </ac:spMkLst>
        </pc:spChg>
      </pc:sldChg>
      <pc:sldChg chg="addSp delSp modSp new mod">
        <pc:chgData name="Bethelhem Kassa" userId="37177cd62a0d04a0" providerId="LiveId" clId="{C0B28AB1-130D-4C5F-BA1E-FD8E7283429D}" dt="2022-04-19T22:07:58.616" v="981" actId="20577"/>
        <pc:sldMkLst>
          <pc:docMk/>
          <pc:sldMk cId="380852703" sldId="259"/>
        </pc:sldMkLst>
        <pc:spChg chg="mod">
          <ac:chgData name="Bethelhem Kassa" userId="37177cd62a0d04a0" providerId="LiveId" clId="{C0B28AB1-130D-4C5F-BA1E-FD8E7283429D}" dt="2022-04-19T21:38:29.074" v="527" actId="20577"/>
          <ac:spMkLst>
            <pc:docMk/>
            <pc:sldMk cId="380852703" sldId="259"/>
            <ac:spMk id="2" creationId="{3C9CBB88-038C-433C-AD26-407AA28BC98C}"/>
          </ac:spMkLst>
        </pc:spChg>
        <pc:spChg chg="add del mod">
          <ac:chgData name="Bethelhem Kassa" userId="37177cd62a0d04a0" providerId="LiveId" clId="{C0B28AB1-130D-4C5F-BA1E-FD8E7283429D}" dt="2022-04-19T22:07:58.616" v="981" actId="20577"/>
          <ac:spMkLst>
            <pc:docMk/>
            <pc:sldMk cId="380852703" sldId="259"/>
            <ac:spMk id="3" creationId="{CD21D737-E569-4CAB-9832-0843BDE42DDE}"/>
          </ac:spMkLst>
        </pc:spChg>
        <pc:spChg chg="add del">
          <ac:chgData name="Bethelhem Kassa" userId="37177cd62a0d04a0" providerId="LiveId" clId="{C0B28AB1-130D-4C5F-BA1E-FD8E7283429D}" dt="2022-04-19T21:42:40.242" v="603"/>
          <ac:spMkLst>
            <pc:docMk/>
            <pc:sldMk cId="380852703" sldId="259"/>
            <ac:spMk id="4" creationId="{CF31D7DA-C7EE-41D7-9C7D-C3D80D03B16E}"/>
          </ac:spMkLst>
        </pc:spChg>
        <pc:spChg chg="add del">
          <ac:chgData name="Bethelhem Kassa" userId="37177cd62a0d04a0" providerId="LiveId" clId="{C0B28AB1-130D-4C5F-BA1E-FD8E7283429D}" dt="2022-04-19T21:42:40.242" v="603"/>
          <ac:spMkLst>
            <pc:docMk/>
            <pc:sldMk cId="380852703" sldId="259"/>
            <ac:spMk id="5" creationId="{E2F9522A-9820-43FB-9D3C-DBB835F970E3}"/>
          </ac:spMkLst>
        </pc:spChg>
        <pc:spChg chg="add del mod">
          <ac:chgData name="Bethelhem Kassa" userId="37177cd62a0d04a0" providerId="LiveId" clId="{C0B28AB1-130D-4C5F-BA1E-FD8E7283429D}" dt="2022-04-19T21:42:36.965" v="602" actId="478"/>
          <ac:spMkLst>
            <pc:docMk/>
            <pc:sldMk cId="380852703" sldId="259"/>
            <ac:spMk id="6" creationId="{6A750DF9-FB78-4346-B630-C3A531030FD3}"/>
          </ac:spMkLst>
        </pc:spChg>
        <pc:picChg chg="add del">
          <ac:chgData name="Bethelhem Kassa" userId="37177cd62a0d04a0" providerId="LiveId" clId="{C0B28AB1-130D-4C5F-BA1E-FD8E7283429D}" dt="2022-04-19T21:42:40.242" v="603"/>
          <ac:picMkLst>
            <pc:docMk/>
            <pc:sldMk cId="380852703" sldId="259"/>
            <ac:picMk id="1027" creationId="{63556F78-9714-4A18-8E53-F990F2460B29}"/>
          </ac:picMkLst>
        </pc:picChg>
      </pc:sldChg>
      <pc:sldChg chg="addSp delSp modSp new mod addCm">
        <pc:chgData name="Bethelhem Kassa" userId="37177cd62a0d04a0" providerId="LiveId" clId="{C0B28AB1-130D-4C5F-BA1E-FD8E7283429D}" dt="2022-04-20T04:25:49.199" v="2476" actId="113"/>
        <pc:sldMkLst>
          <pc:docMk/>
          <pc:sldMk cId="3885980964" sldId="260"/>
        </pc:sldMkLst>
        <pc:spChg chg="mod">
          <ac:chgData name="Bethelhem Kassa" userId="37177cd62a0d04a0" providerId="LiveId" clId="{C0B28AB1-130D-4C5F-BA1E-FD8E7283429D}" dt="2022-04-20T02:16:43.402" v="1227" actId="242"/>
          <ac:spMkLst>
            <pc:docMk/>
            <pc:sldMk cId="3885980964" sldId="260"/>
            <ac:spMk id="2" creationId="{94EEAA53-6672-4EE7-9A30-5093BDF8973A}"/>
          </ac:spMkLst>
        </pc:spChg>
        <pc:spChg chg="del">
          <ac:chgData name="Bethelhem Kassa" userId="37177cd62a0d04a0" providerId="LiveId" clId="{C0B28AB1-130D-4C5F-BA1E-FD8E7283429D}" dt="2022-04-19T21:55:11.607" v="847"/>
          <ac:spMkLst>
            <pc:docMk/>
            <pc:sldMk cId="3885980964" sldId="260"/>
            <ac:spMk id="3" creationId="{46AA2150-0032-49F5-8A3D-037093D5EC4F}"/>
          </ac:spMkLst>
        </pc:spChg>
        <pc:graphicFrameChg chg="add mod modGraphic">
          <ac:chgData name="Bethelhem Kassa" userId="37177cd62a0d04a0" providerId="LiveId" clId="{C0B28AB1-130D-4C5F-BA1E-FD8E7283429D}" dt="2022-04-20T04:25:49.199" v="2476" actId="113"/>
          <ac:graphicFrameMkLst>
            <pc:docMk/>
            <pc:sldMk cId="3885980964" sldId="260"/>
            <ac:graphicFrameMk id="4" creationId="{F1DFA348-307A-45BC-87E2-57244E76B536}"/>
          </ac:graphicFrameMkLst>
        </pc:graphicFrameChg>
      </pc:sldChg>
      <pc:sldChg chg="modSp new mod">
        <pc:chgData name="Bethelhem Kassa" userId="37177cd62a0d04a0" providerId="LiveId" clId="{C0B28AB1-130D-4C5F-BA1E-FD8E7283429D}" dt="2022-04-20T15:37:20.098" v="2630" actId="20577"/>
        <pc:sldMkLst>
          <pc:docMk/>
          <pc:sldMk cId="2410472441" sldId="261"/>
        </pc:sldMkLst>
        <pc:spChg chg="mod">
          <ac:chgData name="Bethelhem Kassa" userId="37177cd62a0d04a0" providerId="LiveId" clId="{C0B28AB1-130D-4C5F-BA1E-FD8E7283429D}" dt="2022-04-19T22:08:25.941" v="995" actId="20577"/>
          <ac:spMkLst>
            <pc:docMk/>
            <pc:sldMk cId="2410472441" sldId="261"/>
            <ac:spMk id="2" creationId="{3D7AE5F9-DDB1-4ECC-90AB-A8A7268B9987}"/>
          </ac:spMkLst>
        </pc:spChg>
        <pc:spChg chg="mod">
          <ac:chgData name="Bethelhem Kassa" userId="37177cd62a0d04a0" providerId="LiveId" clId="{C0B28AB1-130D-4C5F-BA1E-FD8E7283429D}" dt="2022-04-20T15:37:20.098" v="2630" actId="20577"/>
          <ac:spMkLst>
            <pc:docMk/>
            <pc:sldMk cId="2410472441" sldId="261"/>
            <ac:spMk id="3" creationId="{F9945993-210C-43C8-A8EB-8E3EB8CFED83}"/>
          </ac:spMkLst>
        </pc:spChg>
      </pc:sldChg>
      <pc:sldChg chg="addSp delSp modSp new mod ord">
        <pc:chgData name="Bethelhem Kassa" userId="37177cd62a0d04a0" providerId="LiveId" clId="{C0B28AB1-130D-4C5F-BA1E-FD8E7283429D}" dt="2022-04-20T15:42:29.294" v="2634" actId="14100"/>
        <pc:sldMkLst>
          <pc:docMk/>
          <pc:sldMk cId="200179897" sldId="262"/>
        </pc:sldMkLst>
        <pc:spChg chg="mod">
          <ac:chgData name="Bethelhem Kassa" userId="37177cd62a0d04a0" providerId="LiveId" clId="{C0B28AB1-130D-4C5F-BA1E-FD8E7283429D}" dt="2022-04-20T04:26:09.236" v="2477" actId="20577"/>
          <ac:spMkLst>
            <pc:docMk/>
            <pc:sldMk cId="200179897" sldId="262"/>
            <ac:spMk id="2" creationId="{8DE657E2-E765-4750-A797-08E858B357B9}"/>
          </ac:spMkLst>
        </pc:spChg>
        <pc:spChg chg="del">
          <ac:chgData name="Bethelhem Kassa" userId="37177cd62a0d04a0" providerId="LiveId" clId="{C0B28AB1-130D-4C5F-BA1E-FD8E7283429D}" dt="2022-04-20T02:10:15.330" v="1138"/>
          <ac:spMkLst>
            <pc:docMk/>
            <pc:sldMk cId="200179897" sldId="262"/>
            <ac:spMk id="3" creationId="{054BEF8E-46FF-4033-8C97-8A8A7F47ACF8}"/>
          </ac:spMkLst>
        </pc:spChg>
        <pc:spChg chg="add del mod">
          <ac:chgData name="Bethelhem Kassa" userId="37177cd62a0d04a0" providerId="LiveId" clId="{C0B28AB1-130D-4C5F-BA1E-FD8E7283429D}" dt="2022-04-20T15:42:17.012" v="2632"/>
          <ac:spMkLst>
            <pc:docMk/>
            <pc:sldMk cId="200179897" sldId="262"/>
            <ac:spMk id="4" creationId="{9D07B904-397D-4042-B78C-B884649EF80D}"/>
          </ac:spMkLst>
        </pc:spChg>
        <pc:spChg chg="add del mod">
          <ac:chgData name="Bethelhem Kassa" userId="37177cd62a0d04a0" providerId="LiveId" clId="{C0B28AB1-130D-4C5F-BA1E-FD8E7283429D}" dt="2022-04-20T02:10:23.491" v="1139"/>
          <ac:spMkLst>
            <pc:docMk/>
            <pc:sldMk cId="200179897" sldId="262"/>
            <ac:spMk id="4" creationId="{FD6CAABE-53F1-49A0-8282-1FEA0BAC0FB6}"/>
          </ac:spMkLst>
        </pc:spChg>
        <pc:spChg chg="add del mod">
          <ac:chgData name="Bethelhem Kassa" userId="37177cd62a0d04a0" providerId="LiveId" clId="{C0B28AB1-130D-4C5F-BA1E-FD8E7283429D}" dt="2022-04-20T02:10:34.689" v="1140"/>
          <ac:spMkLst>
            <pc:docMk/>
            <pc:sldMk cId="200179897" sldId="262"/>
            <ac:spMk id="5" creationId="{015EB497-3754-4FBF-B8AE-058075B4020C}"/>
          </ac:spMkLst>
        </pc:spChg>
        <pc:spChg chg="add del mod">
          <ac:chgData name="Bethelhem Kassa" userId="37177cd62a0d04a0" providerId="LiveId" clId="{C0B28AB1-130D-4C5F-BA1E-FD8E7283429D}" dt="2022-04-20T02:13:46.716" v="1142"/>
          <ac:spMkLst>
            <pc:docMk/>
            <pc:sldMk cId="200179897" sldId="262"/>
            <ac:spMk id="8" creationId="{40C21F26-CFAE-4CCD-95A3-51CB053648E2}"/>
          </ac:spMkLst>
        </pc:spChg>
        <pc:spChg chg="add del mod">
          <ac:chgData name="Bethelhem Kassa" userId="37177cd62a0d04a0" providerId="LiveId" clId="{C0B28AB1-130D-4C5F-BA1E-FD8E7283429D}" dt="2022-04-20T02:22:24.821" v="1266" actId="478"/>
          <ac:spMkLst>
            <pc:docMk/>
            <pc:sldMk cId="200179897" sldId="262"/>
            <ac:spMk id="12" creationId="{4E10F188-130E-4FB5-B2E1-8E7A16D53FCB}"/>
          </ac:spMkLst>
        </pc:spChg>
        <pc:spChg chg="add del mod">
          <ac:chgData name="Bethelhem Kassa" userId="37177cd62a0d04a0" providerId="LiveId" clId="{C0B28AB1-130D-4C5F-BA1E-FD8E7283429D}" dt="2022-04-20T03:15:27.719" v="1804"/>
          <ac:spMkLst>
            <pc:docMk/>
            <pc:sldMk cId="200179897" sldId="262"/>
            <ac:spMk id="14" creationId="{4559F8F2-D1D2-45B1-BC38-F5BD7E15BA79}"/>
          </ac:spMkLst>
        </pc:spChg>
        <pc:spChg chg="add del mod">
          <ac:chgData name="Bethelhem Kassa" userId="37177cd62a0d04a0" providerId="LiveId" clId="{C0B28AB1-130D-4C5F-BA1E-FD8E7283429D}" dt="2022-04-20T03:15:54.808" v="1806"/>
          <ac:spMkLst>
            <pc:docMk/>
            <pc:sldMk cId="200179897" sldId="262"/>
            <ac:spMk id="17" creationId="{F8F02985-EF72-4CE6-AA4D-BE46B047F064}"/>
          </ac:spMkLst>
        </pc:spChg>
        <pc:spChg chg="add del mod">
          <ac:chgData name="Bethelhem Kassa" userId="37177cd62a0d04a0" providerId="LiveId" clId="{C0B28AB1-130D-4C5F-BA1E-FD8E7283429D}" dt="2022-04-20T03:17:14.518" v="1808"/>
          <ac:spMkLst>
            <pc:docMk/>
            <pc:sldMk cId="200179897" sldId="262"/>
            <ac:spMk id="20" creationId="{4D45465E-B7C3-43BB-B281-8BD6C92B9AE4}"/>
          </ac:spMkLst>
        </pc:spChg>
        <pc:spChg chg="add del mod">
          <ac:chgData name="Bethelhem Kassa" userId="37177cd62a0d04a0" providerId="LiveId" clId="{C0B28AB1-130D-4C5F-BA1E-FD8E7283429D}" dt="2022-04-20T03:17:42.768" v="1864"/>
          <ac:spMkLst>
            <pc:docMk/>
            <pc:sldMk cId="200179897" sldId="262"/>
            <ac:spMk id="23" creationId="{C934B528-FDA9-4514-B6FC-45F7792371F2}"/>
          </ac:spMkLst>
        </pc:spChg>
        <pc:spChg chg="add del mod">
          <ac:chgData name="Bethelhem Kassa" userId="37177cd62a0d04a0" providerId="LiveId" clId="{C0B28AB1-130D-4C5F-BA1E-FD8E7283429D}" dt="2022-04-20T03:27:59.997" v="1866"/>
          <ac:spMkLst>
            <pc:docMk/>
            <pc:sldMk cId="200179897" sldId="262"/>
            <ac:spMk id="26" creationId="{CBE7DFE9-BF7F-4E5C-B590-B63E21F16B0B}"/>
          </ac:spMkLst>
        </pc:spChg>
        <pc:picChg chg="add mod">
          <ac:chgData name="Bethelhem Kassa" userId="37177cd62a0d04a0" providerId="LiveId" clId="{C0B28AB1-130D-4C5F-BA1E-FD8E7283429D}" dt="2022-04-20T15:42:29.294" v="2634" actId="14100"/>
          <ac:picMkLst>
            <pc:docMk/>
            <pc:sldMk cId="200179897" sldId="262"/>
            <ac:picMk id="6" creationId="{0EC032B9-7C3E-48FD-BBAF-D194BAB2E1CB}"/>
          </ac:picMkLst>
        </pc:picChg>
        <pc:picChg chg="add del mod">
          <ac:chgData name="Bethelhem Kassa" userId="37177cd62a0d04a0" providerId="LiveId" clId="{C0B28AB1-130D-4C5F-BA1E-FD8E7283429D}" dt="2022-04-20T02:10:58.163" v="1141" actId="478"/>
          <ac:picMkLst>
            <pc:docMk/>
            <pc:sldMk cId="200179897" sldId="262"/>
            <ac:picMk id="6" creationId="{DBE5491F-4808-4B69-9E74-41B589E7A674}"/>
          </ac:picMkLst>
        </pc:picChg>
        <pc:picChg chg="add del mod">
          <ac:chgData name="Bethelhem Kassa" userId="37177cd62a0d04a0" providerId="LiveId" clId="{C0B28AB1-130D-4C5F-BA1E-FD8E7283429D}" dt="2022-04-20T02:22:32.751" v="1267" actId="478"/>
          <ac:picMkLst>
            <pc:docMk/>
            <pc:sldMk cId="200179897" sldId="262"/>
            <ac:picMk id="9" creationId="{676CAE26-A021-4B4D-8E7A-A7830CA72EA2}"/>
          </ac:picMkLst>
        </pc:picChg>
        <pc:picChg chg="add del mod">
          <ac:chgData name="Bethelhem Kassa" userId="37177cd62a0d04a0" providerId="LiveId" clId="{C0B28AB1-130D-4C5F-BA1E-FD8E7283429D}" dt="2022-04-20T03:17:19.623" v="1809" actId="478"/>
          <ac:picMkLst>
            <pc:docMk/>
            <pc:sldMk cId="200179897" sldId="262"/>
            <ac:picMk id="10" creationId="{4AEE3019-3338-4045-B4B5-6ECD665258B9}"/>
          </ac:picMkLst>
        </pc:picChg>
        <pc:picChg chg="add del mod">
          <ac:chgData name="Bethelhem Kassa" userId="37177cd62a0d04a0" providerId="LiveId" clId="{C0B28AB1-130D-4C5F-BA1E-FD8E7283429D}" dt="2022-04-20T03:15:36.493" v="1805" actId="478"/>
          <ac:picMkLst>
            <pc:docMk/>
            <pc:sldMk cId="200179897" sldId="262"/>
            <ac:picMk id="15" creationId="{CE9294BD-1848-49B6-8DC4-0C2B9DC128AE}"/>
          </ac:picMkLst>
        </pc:picChg>
        <pc:picChg chg="add del mod">
          <ac:chgData name="Bethelhem Kassa" userId="37177cd62a0d04a0" providerId="LiveId" clId="{C0B28AB1-130D-4C5F-BA1E-FD8E7283429D}" dt="2022-04-20T03:16:03.047" v="1807" actId="478"/>
          <ac:picMkLst>
            <pc:docMk/>
            <pc:sldMk cId="200179897" sldId="262"/>
            <ac:picMk id="18" creationId="{C4E9FBCD-1E4B-43A5-9D22-DAE674E8E603}"/>
          </ac:picMkLst>
        </pc:picChg>
        <pc:picChg chg="add del mod">
          <ac:chgData name="Bethelhem Kassa" userId="37177cd62a0d04a0" providerId="LiveId" clId="{C0B28AB1-130D-4C5F-BA1E-FD8E7283429D}" dt="2022-04-20T03:17:32.216" v="1863" actId="478"/>
          <ac:picMkLst>
            <pc:docMk/>
            <pc:sldMk cId="200179897" sldId="262"/>
            <ac:picMk id="21" creationId="{BC854C1C-D99A-4D86-BFAE-531A5AB51E13}"/>
          </ac:picMkLst>
        </pc:picChg>
        <pc:picChg chg="add del mod">
          <ac:chgData name="Bethelhem Kassa" userId="37177cd62a0d04a0" providerId="LiveId" clId="{C0B28AB1-130D-4C5F-BA1E-FD8E7283429D}" dt="2022-04-20T03:27:56.327" v="1865" actId="478"/>
          <ac:picMkLst>
            <pc:docMk/>
            <pc:sldMk cId="200179897" sldId="262"/>
            <ac:picMk id="24" creationId="{78B49650-60D8-4307-AFC3-F1C885CF4173}"/>
          </ac:picMkLst>
        </pc:picChg>
        <pc:picChg chg="add del mod">
          <ac:chgData name="Bethelhem Kassa" userId="37177cd62a0d04a0" providerId="LiveId" clId="{C0B28AB1-130D-4C5F-BA1E-FD8E7283429D}" dt="2022-04-20T15:42:11.399" v="2631" actId="478"/>
          <ac:picMkLst>
            <pc:docMk/>
            <pc:sldMk cId="200179897" sldId="262"/>
            <ac:picMk id="28" creationId="{04F8F0C2-63C5-4432-A63C-89841C4CE097}"/>
          </ac:picMkLst>
        </pc:picChg>
      </pc:sldChg>
      <pc:sldChg chg="modSp new mod">
        <pc:chgData name="Bethelhem Kassa" userId="37177cd62a0d04a0" providerId="LiveId" clId="{C0B28AB1-130D-4C5F-BA1E-FD8E7283429D}" dt="2022-04-20T04:00:33.503" v="2331" actId="20577"/>
        <pc:sldMkLst>
          <pc:docMk/>
          <pc:sldMk cId="939523132" sldId="263"/>
        </pc:sldMkLst>
        <pc:spChg chg="mod">
          <ac:chgData name="Bethelhem Kassa" userId="37177cd62a0d04a0" providerId="LiveId" clId="{C0B28AB1-130D-4C5F-BA1E-FD8E7283429D}" dt="2022-04-20T02:27:10.404" v="1460" actId="5793"/>
          <ac:spMkLst>
            <pc:docMk/>
            <pc:sldMk cId="939523132" sldId="263"/>
            <ac:spMk id="2" creationId="{1DB4C548-2AFF-414A-ABE6-12AE0FB0E060}"/>
          </ac:spMkLst>
        </pc:spChg>
        <pc:spChg chg="mod">
          <ac:chgData name="Bethelhem Kassa" userId="37177cd62a0d04a0" providerId="LiveId" clId="{C0B28AB1-130D-4C5F-BA1E-FD8E7283429D}" dt="2022-04-20T04:00:33.503" v="2331" actId="20577"/>
          <ac:spMkLst>
            <pc:docMk/>
            <pc:sldMk cId="939523132" sldId="263"/>
            <ac:spMk id="3" creationId="{D714C20F-95BF-4687-92FA-C312FA35D2AA}"/>
          </ac:spMkLst>
        </pc:spChg>
      </pc:sldChg>
      <pc:sldChg chg="addSp modSp new mod ord">
        <pc:chgData name="Bethelhem Kassa" userId="37177cd62a0d04a0" providerId="LiveId" clId="{C0B28AB1-130D-4C5F-BA1E-FD8E7283429D}" dt="2022-04-20T04:21:36.718" v="2449"/>
        <pc:sldMkLst>
          <pc:docMk/>
          <pc:sldMk cId="3620541085" sldId="264"/>
        </pc:sldMkLst>
        <pc:spChg chg="mod">
          <ac:chgData name="Bethelhem Kassa" userId="37177cd62a0d04a0" providerId="LiveId" clId="{C0B28AB1-130D-4C5F-BA1E-FD8E7283429D}" dt="2022-04-20T04:21:25.324" v="2447" actId="20577"/>
          <ac:spMkLst>
            <pc:docMk/>
            <pc:sldMk cId="3620541085" sldId="264"/>
            <ac:spMk id="2" creationId="{D49145A4-B6BE-49E0-9A8F-FCA2CFB9D490}"/>
          </ac:spMkLst>
        </pc:spChg>
        <pc:spChg chg="mod">
          <ac:chgData name="Bethelhem Kassa" userId="37177cd62a0d04a0" providerId="LiveId" clId="{C0B28AB1-130D-4C5F-BA1E-FD8E7283429D}" dt="2022-04-20T04:19:25.045" v="2422"/>
          <ac:spMkLst>
            <pc:docMk/>
            <pc:sldMk cId="3620541085" sldId="264"/>
            <ac:spMk id="3" creationId="{37ED957F-9260-421E-B510-4314A5B84BBD}"/>
          </ac:spMkLst>
        </pc:spChg>
        <pc:picChg chg="add mod">
          <ac:chgData name="Bethelhem Kassa" userId="37177cd62a0d04a0" providerId="LiveId" clId="{C0B28AB1-130D-4C5F-BA1E-FD8E7283429D}" dt="2022-04-20T04:21:07.776" v="2426" actId="14100"/>
          <ac:picMkLst>
            <pc:docMk/>
            <pc:sldMk cId="3620541085" sldId="264"/>
            <ac:picMk id="5" creationId="{C5DF06FD-12C1-4950-A616-EBFD77AB605E}"/>
          </ac:picMkLst>
        </pc:picChg>
      </pc:sldChg>
      <pc:sldChg chg="addSp delSp modSp new mod">
        <pc:chgData name="Bethelhem Kassa" userId="37177cd62a0d04a0" providerId="LiveId" clId="{C0B28AB1-130D-4C5F-BA1E-FD8E7283429D}" dt="2022-04-20T15:43:45.307" v="2636" actId="14100"/>
        <pc:sldMkLst>
          <pc:docMk/>
          <pc:sldMk cId="1194093595" sldId="265"/>
        </pc:sldMkLst>
        <pc:spChg chg="mod">
          <ac:chgData name="Bethelhem Kassa" userId="37177cd62a0d04a0" providerId="LiveId" clId="{C0B28AB1-130D-4C5F-BA1E-FD8E7283429D}" dt="2022-04-20T15:20:43.719" v="2513" actId="20577"/>
          <ac:spMkLst>
            <pc:docMk/>
            <pc:sldMk cId="1194093595" sldId="265"/>
            <ac:spMk id="2" creationId="{F9B5F10D-417D-40F3-A03F-20B51333A2F9}"/>
          </ac:spMkLst>
        </pc:spChg>
        <pc:spChg chg="del">
          <ac:chgData name="Bethelhem Kassa" userId="37177cd62a0d04a0" providerId="LiveId" clId="{C0B28AB1-130D-4C5F-BA1E-FD8E7283429D}" dt="2022-04-20T15:19:49.638" v="2507"/>
          <ac:spMkLst>
            <pc:docMk/>
            <pc:sldMk cId="1194093595" sldId="265"/>
            <ac:spMk id="3" creationId="{1EC3996B-838A-42B0-91CF-389B9200A87C}"/>
          </ac:spMkLst>
        </pc:spChg>
        <pc:picChg chg="add mod">
          <ac:chgData name="Bethelhem Kassa" userId="37177cd62a0d04a0" providerId="LiveId" clId="{C0B28AB1-130D-4C5F-BA1E-FD8E7283429D}" dt="2022-04-20T15:43:45.307" v="2636" actId="14100"/>
          <ac:picMkLst>
            <pc:docMk/>
            <pc:sldMk cId="1194093595" sldId="265"/>
            <ac:picMk id="5" creationId="{90E4377F-1FF6-4377-BAE2-61C4E20E6E82}"/>
          </ac:picMkLst>
        </pc:pic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04-19T17:15:04.260" idx="1">
    <p:pos x="10" y="10"/>
    <p:text/>
    <p:extLst>
      <p:ext uri="{C676402C-5697-4E1C-873F-D02D1690AC5C}">
        <p15:threadingInfo xmlns:p15="http://schemas.microsoft.com/office/powerpoint/2012/main" timeZoneBias="30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303014EA-E44A-4A5E-AB55-B9D04C68086C}" type="datetimeFigureOut">
              <a:rPr lang="en-US" smtClean="0"/>
              <a:t>4/20/2022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EF27482-D4B2-4DBF-8AB9-77D5D2539BA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3611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014EA-E44A-4A5E-AB55-B9D04C68086C}" type="datetimeFigureOut">
              <a:rPr lang="en-US" smtClean="0"/>
              <a:t>4/20/2022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7482-D4B2-4DBF-8AB9-77D5D2539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08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014EA-E44A-4A5E-AB55-B9D04C68086C}" type="datetimeFigureOut">
              <a:rPr lang="en-US" smtClean="0"/>
              <a:t>4/20/2022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7482-D4B2-4DBF-8AB9-77D5D2539BA5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511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014EA-E44A-4A5E-AB55-B9D04C68086C}" type="datetimeFigureOut">
              <a:rPr lang="en-US" smtClean="0"/>
              <a:t>4/20/2022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7482-D4B2-4DBF-8AB9-77D5D2539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446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014EA-E44A-4A5E-AB55-B9D04C68086C}" type="datetimeFigureOut">
              <a:rPr lang="en-US" smtClean="0"/>
              <a:t>4/20/2022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7482-D4B2-4DBF-8AB9-77D5D2539BA5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2649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014EA-E44A-4A5E-AB55-B9D04C68086C}" type="datetimeFigureOut">
              <a:rPr lang="en-US" smtClean="0"/>
              <a:t>4/20/2022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7482-D4B2-4DBF-8AB9-77D5D2539BA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4124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014EA-E44A-4A5E-AB55-B9D04C68086C}" type="datetimeFigureOut">
              <a:rPr lang="en-US" smtClean="0"/>
              <a:t>4/20/2022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7482-D4B2-4DBF-8AB9-77D5D2539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191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014EA-E44A-4A5E-AB55-B9D04C68086C}" type="datetimeFigureOut">
              <a:rPr lang="en-US" smtClean="0"/>
              <a:t>4/20/2022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7482-D4B2-4DBF-8AB9-77D5D2539BA5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7054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014EA-E44A-4A5E-AB55-B9D04C68086C}" type="datetimeFigureOut">
              <a:rPr lang="en-US" smtClean="0"/>
              <a:t>4/20/2022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7482-D4B2-4DBF-8AB9-77D5D2539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874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014EA-E44A-4A5E-AB55-B9D04C68086C}" type="datetimeFigureOut">
              <a:rPr lang="en-US" smtClean="0"/>
              <a:t>4/20/2022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7482-D4B2-4DBF-8AB9-77D5D2539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518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014EA-E44A-4A5E-AB55-B9D04C68086C}" type="datetimeFigureOut">
              <a:rPr lang="en-US" smtClean="0"/>
              <a:t>4/20/2022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7482-D4B2-4DBF-8AB9-77D5D2539BA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787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014EA-E44A-4A5E-AB55-B9D04C68086C}" type="datetimeFigureOut">
              <a:rPr lang="en-US" smtClean="0"/>
              <a:t>4/20/2022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7482-D4B2-4DBF-8AB9-77D5D2539BA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7712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014EA-E44A-4A5E-AB55-B9D04C68086C}" type="datetimeFigureOut">
              <a:rPr lang="en-US" smtClean="0"/>
              <a:t>4/20/2022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7482-D4B2-4DBF-8AB9-77D5D2539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1008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014EA-E44A-4A5E-AB55-B9D04C68086C}" type="datetimeFigureOut">
              <a:rPr lang="en-US" smtClean="0"/>
              <a:t>4/20/2022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7482-D4B2-4DBF-8AB9-77D5D2539BA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75917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014EA-E44A-4A5E-AB55-B9D04C68086C}" type="datetimeFigureOut">
              <a:rPr lang="en-US" smtClean="0"/>
              <a:t>4/20/2022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7482-D4B2-4DBF-8AB9-77D5D2539BA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33042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014EA-E44A-4A5E-AB55-B9D04C68086C}" type="datetimeFigureOut">
              <a:rPr lang="en-US" smtClean="0"/>
              <a:t>4/20/2022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7482-D4B2-4DBF-8AB9-77D5D2539BA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271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014EA-E44A-4A5E-AB55-B9D04C68086C}" type="datetimeFigureOut">
              <a:rPr lang="en-US" smtClean="0"/>
              <a:t>4/20/2022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27482-D4B2-4DBF-8AB9-77D5D2539BA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8033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03014EA-E44A-4A5E-AB55-B9D04C68086C}" type="datetimeFigureOut">
              <a:rPr lang="en-US" smtClean="0"/>
              <a:t>4/20/2022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EF27482-D4B2-4DBF-8AB9-77D5D2539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736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ohfact.com/facebook-facts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ohfact.com/facebook-facts/" TargetMode="External"/><Relationship Id="rId2" Type="http://schemas.openxmlformats.org/officeDocument/2006/relationships/hyperlink" Target="https://www.searchenginejournal.com/facebook-facts/359408/#clos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broadbandsearch.net/blog/average-daily-time-on-social-media#:~:text=Social%20media%20companies%20don%27t%20generally%20release%20information%20about,on%20average%2C%20according%20to%20a%20study%20by%20SimilarWeb." TargetMode="External"/><Relationship Id="rId4" Type="http://schemas.openxmlformats.org/officeDocument/2006/relationships/hyperlink" Target="https://www.broadbandsearch.net/blog/average-daily-time-on-social-media#:~:text=Social%20media%20companies%20don%27t%20generally%20release%20information%20about,on%20average%2C%20according%20to%20a%20study%20by%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94A09-B030-43F7-ABCF-FEE364576C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Visualization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476372-101D-4F8A-8136-E97197DEA4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                                                 Presented by Bethelhem Kassa</a:t>
            </a:r>
          </a:p>
          <a:p>
            <a:r>
              <a:rPr lang="en-US" dirty="0"/>
              <a:t>                        April 20,2022</a:t>
            </a:r>
          </a:p>
        </p:txBody>
      </p:sp>
    </p:spTree>
    <p:extLst>
      <p:ext uri="{BB962C8B-B14F-4D97-AF65-F5344CB8AC3E}">
        <p14:creationId xmlns:p14="http://schemas.microsoft.com/office/powerpoint/2010/main" val="1553160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631E3-401B-4F71-9A7D-63EDEF52F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35889-1D3C-4F6C-AA0F-FD150F0DF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project is about average time I spend everyday on social media specifically Facebook.</a:t>
            </a:r>
          </a:p>
          <a:p>
            <a:r>
              <a:rPr lang="en-US" dirty="0"/>
              <a:t>Facebook is one of the most known and widely used social media world wide. </a:t>
            </a:r>
          </a:p>
          <a:p>
            <a:r>
              <a:rPr lang="en-US" dirty="0"/>
              <a:t>Designed by Mark Zuckerberg in February 4, 2004.</a:t>
            </a:r>
          </a:p>
          <a:p>
            <a:r>
              <a:rPr lang="en-US" dirty="0"/>
              <a:t>Originally named </a:t>
            </a:r>
            <a:r>
              <a:rPr lang="en-US" dirty="0" err="1"/>
              <a:t>theFacebook</a:t>
            </a:r>
            <a:r>
              <a:rPr lang="en-US" dirty="0"/>
              <a:t>(</a:t>
            </a:r>
            <a:r>
              <a:rPr lang="en-US" dirty="0">
                <a:hlinkClick r:id="rId2"/>
              </a:rPr>
              <a:t>https://ohfact.com/facebook-facts</a:t>
            </a:r>
            <a:r>
              <a:rPr lang="en-US" dirty="0"/>
              <a:t>/).</a:t>
            </a:r>
          </a:p>
          <a:p>
            <a:r>
              <a:rPr lang="en-US" dirty="0"/>
              <a:t>According to McCoy, it has about 2.6 billion users.</a:t>
            </a:r>
          </a:p>
        </p:txBody>
      </p:sp>
    </p:spTree>
    <p:extLst>
      <p:ext uri="{BB962C8B-B14F-4D97-AF65-F5344CB8AC3E}">
        <p14:creationId xmlns:p14="http://schemas.microsoft.com/office/powerpoint/2010/main" val="3530923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2E644-9435-4755-B108-8116F82EC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Continued….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AB6D6-DAAB-4C4F-ABB6-E6685FA26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has a lot of features but the main reason I use it: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To connect with family members and friends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To find some stuffs on its marketplace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To get reminders about important life events of my family members and friends(birth day, anniversary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146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EAA53-6672-4EE7-9A30-5093BDF89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Data collected</a:t>
            </a:r>
            <a:br>
              <a:rPr lang="en-US" dirty="0"/>
            </a:br>
            <a:r>
              <a:rPr lang="en-US" sz="2200" b="1" dirty="0"/>
              <a:t>Table 1: collected data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DFA348-307A-45BC-87E2-57244E76B5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3194656"/>
              </p:ext>
            </p:extLst>
          </p:nvPr>
        </p:nvGraphicFramePr>
        <p:xfrm>
          <a:off x="3060700" y="2514601"/>
          <a:ext cx="3566160" cy="36319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9875">
                  <a:extLst>
                    <a:ext uri="{9D8B030D-6E8A-4147-A177-3AD203B41FA5}">
                      <a16:colId xmlns:a16="http://schemas.microsoft.com/office/drawing/2014/main" val="90402334"/>
                    </a:ext>
                  </a:extLst>
                </a:gridCol>
                <a:gridCol w="1916285">
                  <a:extLst>
                    <a:ext uri="{9D8B030D-6E8A-4147-A177-3AD203B41FA5}">
                      <a16:colId xmlns:a16="http://schemas.microsoft.com/office/drawing/2014/main" val="692705474"/>
                    </a:ext>
                  </a:extLst>
                </a:gridCol>
              </a:tblGrid>
              <a:tr h="39340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effectLst/>
                        </a:rPr>
                        <a:t>Date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44" marR="7244" marT="724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 err="1">
                          <a:effectLst/>
                        </a:rPr>
                        <a:t>Time_Spent</a:t>
                      </a:r>
                      <a:r>
                        <a:rPr lang="en-US" sz="1400" b="1" u="none" strike="noStrike" dirty="0">
                          <a:effectLst/>
                        </a:rPr>
                        <a:t>(in minutes) 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44" marR="7244" marT="7244" marB="0" anchor="b"/>
                </a:tc>
                <a:extLst>
                  <a:ext uri="{0D108BD9-81ED-4DB2-BD59-A6C34878D82A}">
                    <a16:rowId xmlns:a16="http://schemas.microsoft.com/office/drawing/2014/main" val="1910341450"/>
                  </a:ext>
                </a:extLst>
              </a:tr>
              <a:tr h="18259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effectLst/>
                        </a:rPr>
                        <a:t>4/1/2022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44" marR="7244" marT="7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2743976"/>
                  </a:ext>
                </a:extLst>
              </a:tr>
              <a:tr h="18259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effectLst/>
                        </a:rPr>
                        <a:t>4/2/2022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44" marR="7244" marT="7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30613040"/>
                  </a:ext>
                </a:extLst>
              </a:tr>
              <a:tr h="18259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effectLst/>
                        </a:rPr>
                        <a:t>4/3/2022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44" marR="7244" marT="7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43320323"/>
                  </a:ext>
                </a:extLst>
              </a:tr>
              <a:tr h="18259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effectLst/>
                        </a:rPr>
                        <a:t>4/4/2022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44" marR="7244" marT="7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94018116"/>
                  </a:ext>
                </a:extLst>
              </a:tr>
              <a:tr h="18259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effectLst/>
                        </a:rPr>
                        <a:t>4/5/2022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44" marR="7244" marT="7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4275223"/>
                  </a:ext>
                </a:extLst>
              </a:tr>
              <a:tr h="18259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effectLst/>
                        </a:rPr>
                        <a:t>4/6/2022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44" marR="7244" marT="7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26955315"/>
                  </a:ext>
                </a:extLst>
              </a:tr>
              <a:tr h="18259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effectLst/>
                        </a:rPr>
                        <a:t>4/7/2022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44" marR="7244" marT="7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80696450"/>
                  </a:ext>
                </a:extLst>
              </a:tr>
              <a:tr h="18259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effectLst/>
                        </a:rPr>
                        <a:t>4/8/2022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44" marR="7244" marT="7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82522594"/>
                  </a:ext>
                </a:extLst>
              </a:tr>
              <a:tr h="18259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effectLst/>
                        </a:rPr>
                        <a:t>4/9/2022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44" marR="7244" marT="7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97497509"/>
                  </a:ext>
                </a:extLst>
              </a:tr>
              <a:tr h="18259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effectLst/>
                        </a:rPr>
                        <a:t>4/10/2022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44" marR="7244" marT="7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35739794"/>
                  </a:ext>
                </a:extLst>
              </a:tr>
              <a:tr h="18259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>
                          <a:effectLst/>
                        </a:rPr>
                        <a:t>4/11/2022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44" marR="7244" marT="7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19132887"/>
                  </a:ext>
                </a:extLst>
              </a:tr>
              <a:tr h="18259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effectLst/>
                        </a:rPr>
                        <a:t>4/12/2022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44" marR="7244" marT="7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11312791"/>
                  </a:ext>
                </a:extLst>
              </a:tr>
              <a:tr h="18259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effectLst/>
                        </a:rPr>
                        <a:t>4/13/2022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44" marR="7244" marT="7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85884612"/>
                  </a:ext>
                </a:extLst>
              </a:tr>
              <a:tr h="18259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effectLst/>
                        </a:rPr>
                        <a:t>4/14/2022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44" marR="7244" marT="7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50022089"/>
                  </a:ext>
                </a:extLst>
              </a:tr>
              <a:tr h="18259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effectLst/>
                        </a:rPr>
                        <a:t>4/15/2022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44" marR="7244" marT="7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98189485"/>
                  </a:ext>
                </a:extLst>
              </a:tr>
              <a:tr h="18259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effectLst/>
                        </a:rPr>
                        <a:t>4/16/2022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44" marR="7244" marT="7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39248069"/>
                  </a:ext>
                </a:extLst>
              </a:tr>
              <a:tr h="18259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u="none" strike="noStrike" dirty="0">
                          <a:effectLst/>
                        </a:rPr>
                        <a:t>4/17/2022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44" marR="7244" marT="724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969355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5980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AE5F9-DDB1-4ECC-90AB-A8A7268B9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45993-210C-43C8-A8EB-8E3EB8CFE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According to broadbandsearch.net, average time spent daily on Facebook is 58 minutes</a:t>
            </a:r>
          </a:p>
          <a:p>
            <a:r>
              <a:rPr lang="en-US" dirty="0"/>
              <a:t>Question for the analysis: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Is my average time spent daily on Facebook is significantly different from 58 minutes as claimed by broadbandsearch.net?</a:t>
            </a:r>
          </a:p>
          <a:p>
            <a:r>
              <a:rPr lang="en-US" dirty="0"/>
              <a:t>For data visualization, line graph was used. Since it depicts the trend over time. </a:t>
            </a:r>
          </a:p>
          <a:p>
            <a:r>
              <a:rPr lang="en-US" dirty="0"/>
              <a:t>One sample t-test will be used to test the claim and significance level of 0.05.</a:t>
            </a:r>
          </a:p>
        </p:txBody>
      </p:sp>
    </p:spTree>
    <p:extLst>
      <p:ext uri="{BB962C8B-B14F-4D97-AF65-F5344CB8AC3E}">
        <p14:creationId xmlns:p14="http://schemas.microsoft.com/office/powerpoint/2010/main" val="2410472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5F10D-417D-40F3-A03F-20B51333A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code for Data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E4377F-1FF6-4377-BAE2-61C4E20E6E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0848" y="2689413"/>
            <a:ext cx="7709646" cy="3110752"/>
          </a:xfrm>
        </p:spPr>
      </p:pic>
    </p:spTree>
    <p:extLst>
      <p:ext uri="{BB962C8B-B14F-4D97-AF65-F5344CB8AC3E}">
        <p14:creationId xmlns:p14="http://schemas.microsoft.com/office/powerpoint/2010/main" val="1194093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657E2-E765-4750-A797-08E858B35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sz="2000" b="1" dirty="0"/>
              <a:t>Graph 1: Line Graph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EC032B9-7C3E-48FD-BBAF-D194BAB2E1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9742" y="2557463"/>
            <a:ext cx="6364940" cy="3317875"/>
          </a:xfrm>
        </p:spPr>
      </p:pic>
    </p:spTree>
    <p:extLst>
      <p:ext uri="{BB962C8B-B14F-4D97-AF65-F5344CB8AC3E}">
        <p14:creationId xmlns:p14="http://schemas.microsoft.com/office/powerpoint/2010/main" val="200179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145A4-B6BE-49E0-9A8F-FCA2CFB9D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for the t-test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D957F-9260-421E-B510-4314A5B84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DF06FD-12C1-4950-A616-EBFD77AB60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0424" y="2628830"/>
            <a:ext cx="6347011" cy="262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541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4C548-2AFF-414A-ABE6-12AE0FB0E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Continued…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4C20F-95BF-4687-92FA-C312FA35D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Step 1: Hypothesis: the null(Ho) and alternative hypothesis(Ha)</a:t>
            </a:r>
          </a:p>
          <a:p>
            <a:pPr marL="0" indent="0">
              <a:buNone/>
            </a:pPr>
            <a:r>
              <a:rPr lang="en-US" dirty="0"/>
              <a:t>    Ho: µ = 58 ; Ha: µ != 58</a:t>
            </a:r>
          </a:p>
          <a:p>
            <a:r>
              <a:rPr lang="en-US" dirty="0"/>
              <a:t>Step 2: One sample t-test</a:t>
            </a:r>
          </a:p>
          <a:p>
            <a:r>
              <a:rPr lang="en-US" dirty="0"/>
              <a:t>Step 3: Test statistic: t= -14.42  and P-value=1.374e-10 </a:t>
            </a:r>
          </a:p>
          <a:p>
            <a:r>
              <a:rPr lang="en-US" dirty="0"/>
              <a:t>Step 4: Make a decision: Reject Ho, since p-value &lt; </a:t>
            </a:r>
            <a:r>
              <a:rPr lang="el-GR" dirty="0"/>
              <a:t>α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:There is sufficient evidence to support the claim that the average time I spent daily on Facebook is significantly different from 58 minutes </a:t>
            </a:r>
          </a:p>
        </p:txBody>
      </p:sp>
    </p:spTree>
    <p:extLst>
      <p:ext uri="{BB962C8B-B14F-4D97-AF65-F5344CB8AC3E}">
        <p14:creationId xmlns:p14="http://schemas.microsoft.com/office/powerpoint/2010/main" val="939523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CBB88-038C-433C-AD26-407AA28BC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1D737-E569-4CAB-9832-0843BDE42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25 Amazing facts about Facebook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McCoy J., July 12, 2020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https://www.searchenginejournal.com/facebook-facts/359408/#close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17 Interesting facts about Facebook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https://ohfact.com/facebook-facts/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Average time spent daily on social media(Latest 2022 data)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 https://www.broadbandsearch.net/blog/average-daily-time-on-social-media#:~:text=Social%20media%20companies%20don%27t%20generally%20release%20information%20about,on%20average%2C%20according%20to%20a%20study%20by%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20SimilarWeb.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8527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439</TotalTime>
  <Words>464</Words>
  <Application>Microsoft Office PowerPoint</Application>
  <PresentationFormat>Widescreen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Garamond</vt:lpstr>
      <vt:lpstr>Wingdings</vt:lpstr>
      <vt:lpstr>Organic</vt:lpstr>
      <vt:lpstr>Data Visualization Project</vt:lpstr>
      <vt:lpstr>Introduction</vt:lpstr>
      <vt:lpstr>Continued….</vt:lpstr>
      <vt:lpstr>Data collected Table 1: collected data</vt:lpstr>
      <vt:lpstr>Data Analysis</vt:lpstr>
      <vt:lpstr>R code for Data Analysis</vt:lpstr>
      <vt:lpstr>Graph 1: Line Graph</vt:lpstr>
      <vt:lpstr>Output for the t-test</vt:lpstr>
      <vt:lpstr>Continued…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 Project</dc:title>
  <dc:creator>Bethelhem Kassa</dc:creator>
  <cp:lastModifiedBy>Bethelhem Kassa</cp:lastModifiedBy>
  <cp:revision>7</cp:revision>
  <dcterms:created xsi:type="dcterms:W3CDTF">2022-04-19T21:23:21Z</dcterms:created>
  <dcterms:modified xsi:type="dcterms:W3CDTF">2022-04-20T15:44:04Z</dcterms:modified>
</cp:coreProperties>
</file>